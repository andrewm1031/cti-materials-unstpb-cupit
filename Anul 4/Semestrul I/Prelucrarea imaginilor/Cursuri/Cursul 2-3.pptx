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9" r:id="rId4"/>
    <p:sldId id="260" r:id="rId5"/>
    <p:sldId id="258" r:id="rId6"/>
    <p:sldId id="262" r:id="rId7"/>
    <p:sldId id="261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6" autoAdjust="0"/>
    <p:restoredTop sz="94660"/>
  </p:normalViewPr>
  <p:slideViewPr>
    <p:cSldViewPr snapToGrid="0">
      <p:cViewPr varScale="1">
        <p:scale>
          <a:sx n="81" d="100"/>
          <a:sy n="81" d="100"/>
        </p:scale>
        <p:origin x="754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B6609B-8C89-4E0E-7901-66F9C2067FC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D4DFCA2-9437-6DAF-4C3B-983E63EE714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F5D739-FF13-9F15-210D-7FEAD26CF6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C6A3B2-4AB2-4878-8326-1EA46317392F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080BC3-534B-7345-7B03-D1E4435590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19FF7E-B509-5D8D-EF68-4E65F3E4B5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03CB3F-C339-41D7-9C9A-DCACD6BAC8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16691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00B1D9-0883-9B0E-FA63-6679811592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969659-9DA7-119B-2D31-FB6C6B15F0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E5CCD0-F5DC-8D7D-231A-4480EC07A2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C6A3B2-4AB2-4878-8326-1EA46317392F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5CCE3C-4F83-D97D-4679-A527EF9D6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282F78-F74A-AC92-A400-70139E5ED2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03CB3F-C339-41D7-9C9A-DCACD6BAC8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09799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10D62F-8605-7F1C-EBCE-60E7B78582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8B074F8-A295-2568-6741-AA70D0CF42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07AB41-8A87-1B9F-ACF6-33A87DD36D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C6A3B2-4AB2-4878-8326-1EA46317392F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E956CF-ADBC-5E4B-A245-E31484AAD9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CAFEC5-113B-5692-45A4-1FE5CF3323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03CB3F-C339-41D7-9C9A-DCACD6BAC8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15348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8F1BC6-9FE9-3B17-7D48-DAFBA997DF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F00836-289B-F4BA-B0DC-B2B051117D5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15B7B5F-FA33-BF3A-CEE7-F990C904078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BE30C08-A78C-A29F-C8BD-14140489BA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C6A3B2-4AB2-4878-8326-1EA46317392F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1523EA-0EE5-4C04-B5FC-6BB9047E3F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D1AE16E-324E-E9EF-809C-1FFE91D2AC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03CB3F-C339-41D7-9C9A-DCACD6BAC8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10388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5FCFCD-B269-15F7-BADE-A3E5679A1B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172B3B1-675A-1BF0-CBB5-EE3D92A8A3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CFF6649-F587-5E9C-7FB0-811D10852BE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8871EF1-76B7-4937-2308-C7A1538CB8E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168A854-D081-AB54-04F3-B2A92530FDC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CA05311-27BE-C96E-49B1-5EC340D2DB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C6A3B2-4AB2-4878-8326-1EA46317392F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B09073F-C4ED-92AA-7579-C451640997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CEE0780-8592-642E-79DA-C95DAA5B6C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03CB3F-C339-41D7-9C9A-DCACD6BAC8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24584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37EB24-A4F3-EBC4-C9B4-9C47591C91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9648FFA-9C71-6C06-0668-7791E86709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C6A3B2-4AB2-4878-8326-1EA46317392F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708E26B-F7D8-017D-D6FE-B07F32AC3A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F4B9032-D957-1330-64D0-E9B5DE0E59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03CB3F-C339-41D7-9C9A-DCACD6BAC8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12745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7F6D371-72A5-EC7C-5FEB-FA77085026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C6A3B2-4AB2-4878-8326-1EA46317392F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C21E41D-5DFD-4E8F-9B2D-C14C11751F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B89C8A-97C8-D983-3614-91458E82DC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03CB3F-C339-41D7-9C9A-DCACD6BAC8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61801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2D0C4C-1B0C-728A-8967-BA3BC45738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E96C3B-BA37-6B08-C9C3-869F45D7F3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B4A484C-3C09-8E64-9311-38C771708D5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B02473E-7AE1-0E72-4F52-D4A18E1664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C6A3B2-4AB2-4878-8326-1EA46317392F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87EE42-E5EB-389A-2C1E-24896BD7BE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7EA453B-D03A-013D-A873-12D1CE3F31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03CB3F-C339-41D7-9C9A-DCACD6BAC8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90888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8AC6D9-4B66-D794-BA9D-22E1E6E37C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5165A9B-68B5-3083-B003-590C67E50FF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16BC660-D306-1E5D-E118-B893246F969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ECD23B3-B29A-F88D-41A2-044981B091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C6A3B2-4AB2-4878-8326-1EA46317392F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A2C3A54-40F1-73F1-F4D9-EFE9E7A0F7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785D1E-A7A9-E592-48EF-234B386443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03CB3F-C339-41D7-9C9A-DCACD6BAC8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22734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B70DC8-D08F-F9C3-C100-C90E795191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E55FA85-F153-C7D0-236B-8696957765D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0C91D8-1E42-61C4-46A2-F881B7EFD6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C6A3B2-4AB2-4878-8326-1EA46317392F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664340-CB12-0E10-03FB-3203B15E64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A39AB4-B9FF-1BE4-F438-204E035C80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03CB3F-C339-41D7-9C9A-DCACD6BAC8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73971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A64D93B-254F-8C26-DC14-295AC66311A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E1945A4-CA43-EDE5-D4E2-08FD2EF27C0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3E2969-7037-1063-7ABA-E0B5431138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C6A3B2-4AB2-4878-8326-1EA46317392F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61C384-BBDE-3593-DD05-4E0D075041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B1A621-8799-1948-606C-A2B01B01E3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03CB3F-C339-41D7-9C9A-DCACD6BAC8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48865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291690D-8861-DD7B-1A5F-B490953A8D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D61E3E2-3083-6537-43D3-9CC3F5A79B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42B3A6-90ED-6E70-FA29-170817765A8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5C6A3B2-4AB2-4878-8326-1EA46317392F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80BFE4-4FF8-7350-FDBA-16671BBFD28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F187C7-C836-F259-8D3B-2F02B3DBCC4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F03CB3F-C339-41D7-9C9A-DCACD6BAC8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11360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5FF2C2-2B09-C245-2850-734F78FCD3D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err="1"/>
              <a:t>Prelucrarea</a:t>
            </a:r>
            <a:r>
              <a:rPr lang="en-US" dirty="0"/>
              <a:t> </a:t>
            </a:r>
            <a:r>
              <a:rPr lang="en-US" dirty="0" err="1"/>
              <a:t>imaginilor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ACA3EF3-8FCF-D53E-BDB5-A305926650D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Curs 2</a:t>
            </a:r>
          </a:p>
        </p:txBody>
      </p:sp>
    </p:spTree>
    <p:extLst>
      <p:ext uri="{BB962C8B-B14F-4D97-AF65-F5344CB8AC3E}">
        <p14:creationId xmlns:p14="http://schemas.microsoft.com/office/powerpoint/2010/main" val="15746755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399716F-993F-DD18-1BC2-2BCC216313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6109" y="329938"/>
            <a:ext cx="11598797" cy="62298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42276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738661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C8A37A-D957-1FF9-9122-AA2475258E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896E7C-50A1-B0E3-9C7F-49AA3E795D1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err="1"/>
              <a:t>Prelucrarea</a:t>
            </a:r>
            <a:r>
              <a:rPr lang="en-US" dirty="0"/>
              <a:t> </a:t>
            </a:r>
            <a:r>
              <a:rPr lang="en-US" dirty="0" err="1"/>
              <a:t>imaginilor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6EB473D-EB10-58C5-D1ED-798E58B9E7A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Curs 3</a:t>
            </a:r>
          </a:p>
        </p:txBody>
      </p:sp>
    </p:spTree>
    <p:extLst>
      <p:ext uri="{BB962C8B-B14F-4D97-AF65-F5344CB8AC3E}">
        <p14:creationId xmlns:p14="http://schemas.microsoft.com/office/powerpoint/2010/main" val="21042723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ADD88D8-CE8A-8056-AF34-42C5CA82D6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9200" y="766762"/>
            <a:ext cx="9753600" cy="5324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62897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D7D5F0-637A-3200-D4C3-9C788183E8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F657CC-D68F-D901-4252-84A28377B60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err="1"/>
              <a:t>Prelucrarea</a:t>
            </a:r>
            <a:r>
              <a:rPr lang="en-US" dirty="0"/>
              <a:t> </a:t>
            </a:r>
            <a:r>
              <a:rPr lang="en-US" dirty="0" err="1"/>
              <a:t>imaginilor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033B18-02BB-EA09-A4AF-B02D3041D27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Seminar </a:t>
            </a:r>
          </a:p>
        </p:txBody>
      </p:sp>
    </p:spTree>
    <p:extLst>
      <p:ext uri="{BB962C8B-B14F-4D97-AF65-F5344CB8AC3E}">
        <p14:creationId xmlns:p14="http://schemas.microsoft.com/office/powerpoint/2010/main" val="42282896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Recording 2026-10-03 163637">
            <a:hlinkClick r:id="" action="ppaction://media"/>
            <a:extLst>
              <a:ext uri="{FF2B5EF4-FFF2-40B4-BE49-F238E27FC236}">
                <a16:creationId xmlns:a16="http://schemas.microsoft.com/office/drawing/2014/main" id="{9D7F3D6D-A897-BACF-3A01-5BAF83A31943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4589931" y="541725"/>
            <a:ext cx="3945030" cy="56203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56404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2333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</TotalTime>
  <Words>11</Words>
  <Application>Microsoft Office PowerPoint</Application>
  <PresentationFormat>Widescreen</PresentationFormat>
  <Paragraphs>6</Paragraphs>
  <Slides>7</Slides>
  <Notes>0</Notes>
  <HiddenSlides>0</HiddenSlides>
  <MMClips>1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Calibri Light</vt:lpstr>
      <vt:lpstr>Office Theme</vt:lpstr>
      <vt:lpstr>Prelucrarea imaginilor</vt:lpstr>
      <vt:lpstr>PowerPoint Presentation</vt:lpstr>
      <vt:lpstr>PowerPoint Presentation</vt:lpstr>
      <vt:lpstr>Prelucrarea imaginilor</vt:lpstr>
      <vt:lpstr>PowerPoint Presentation</vt:lpstr>
      <vt:lpstr>Prelucrarea imaginilor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Adrian Iordachescu</dc:creator>
  <cp:lastModifiedBy>Adrian Iordachescu</cp:lastModifiedBy>
  <cp:revision>5</cp:revision>
  <dcterms:created xsi:type="dcterms:W3CDTF">2026-10-03T13:59:15Z</dcterms:created>
  <dcterms:modified xsi:type="dcterms:W3CDTF">2026-10-19T11:19:52Z</dcterms:modified>
</cp:coreProperties>
</file>