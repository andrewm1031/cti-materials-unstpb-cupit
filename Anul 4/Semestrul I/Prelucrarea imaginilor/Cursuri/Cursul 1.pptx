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48D-FF66-47A3-94B1-17F8ED6FE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36946-CEB4-0AB3-81BB-5158F023C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BF05B-ACFD-E09F-CFC6-D6979963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124D-BA46-6CFD-B202-F2B7CB82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297A5-7507-F0BB-867E-8F121957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1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2A2F-BEE3-F691-6887-DD7E34BA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269FF-3058-1DD1-D30B-F0DD303B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6469-7494-78D3-10FC-35F1E337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9698A-7957-6ADC-AC41-4797229D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A30B-9EA8-8C44-D712-F73A1099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0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BF4F-C031-43D3-9FCF-E6598132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619D8-C215-E8E5-BEDF-0B1188184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AD6E-2EF4-0F19-273E-700B2CBA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0CEF4-0F2A-F4B9-29C8-A4042138E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5278-D096-9C20-A734-AAAE2475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17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EF48-E76A-E8D2-EF64-22EF72D9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4AEC-57F9-174F-AD95-41DC76EE0E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94E81-3D4A-6916-D328-670C259C4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D35F6-EC69-5176-7BD2-1B6B5C1A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913FA-E627-43F1-4E52-747F377F2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B08B-8517-4EE6-A43E-BF59D010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4304-0231-C5CD-8028-ADA2CCBE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F076E-3388-C3B7-6FF1-960E6E0B5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FB100-D583-FC3C-9BB1-1D4EAB87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79901-788E-FEE3-5B69-3EE5513D5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C0966-6619-E777-FE82-865044A63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CBD09-A575-8447-95DF-26187AEA0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55FFD-4757-91FA-4D3A-A6F4A283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E4E0E-1C90-B65F-9948-D1373ABE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31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ED76-C558-55A2-EF9A-99951BC7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5CE2D-D882-5C11-60FD-1E81D437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47F7C-00D9-9567-63E6-D8968AE29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2CC38-8E6E-DDD9-F07C-4E0C95D8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8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CEB61-71CB-8EB9-B99F-7BE54AD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7F26F-88C3-A1E4-C459-84DA74AD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84AAE-E24C-322C-8C5D-F4BB58FE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1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916C-0A53-284F-EC3E-8FBB1BAF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D329-8300-BE28-BE05-1F38C0D61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93297-63B5-43A4-C065-494350520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E062B-47F4-E3BE-7552-8071D180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6E5AF-309D-3169-E91B-5DB3BADC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11EAA-07DB-2EDF-BF86-404C20BF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0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F8AF-8FA5-49F9-E79E-BC73F997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4377D-B5BD-4D0D-A096-5CD186468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71584-7F7E-AFD0-EE2A-5A5ACD102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67694-DE4E-5263-0B3F-873315F4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2B0BE-A7FA-B9AF-A761-0AC578E0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84123-E26C-E3BE-01EE-97E163D5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2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7ED0-8A94-514C-3428-757141D7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60BDA-AE86-6A4D-D348-D1EC58FFD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41845-80BA-E1D3-F5CC-8CEA5926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4C77F-0408-9112-E5E5-0EBFB6BB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F5ABB-ADA3-329E-72E7-FA979710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0AA797-2447-2A49-F53D-DD2F568D9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A1855-4259-115E-CCC0-4B92B1D39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382E5-8684-6965-2125-F8F06B96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D1A0-1D08-FC49-9B49-D534D742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1951A-BECB-DE11-AB47-EBD51C47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1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FF3C0-8DC0-0809-72EB-FDCAC2A81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D9582-37B7-2157-13F9-9F39F147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9EEB-C169-BAF3-F6C6-0BA1141E4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781F3-92C4-41D6-9EF6-2B12C310A68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1752B-468E-C708-A39B-96981C0E1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E23DF-FECF-3BB4-B13E-EEF7B0C72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E19DA-5D77-4191-A141-541876EB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5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5424EB-8125-EE6F-B7C8-B96918E61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928CDB-DB7F-B6F5-C771-C07FBC89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44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BADD48-263D-52BF-AA6E-D3629642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7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3B6F08-9B48-D87C-2D48-457CC6F21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3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B82EE-79C9-2D17-794C-8D7AE36D8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3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Iordachescu</dc:creator>
  <cp:lastModifiedBy>Adrian Iordachescu</cp:lastModifiedBy>
  <cp:revision>1</cp:revision>
  <dcterms:created xsi:type="dcterms:W3CDTF">2026-09-29T06:49:15Z</dcterms:created>
  <dcterms:modified xsi:type="dcterms:W3CDTF">2026-10-19T11:18:17Z</dcterms:modified>
</cp:coreProperties>
</file>